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389120" cy="438912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9768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 仰 告 白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三站三詩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一段被恩典等候的旅程　·　從童年的安靜，到豐盛團契的水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石龜溪貴格會</a:t>
            </a:r>
            <a:pPr indent="0" marL="0">
              <a:buNone/>
            </a:pPr>
            <a:r>
              <a:rPr lang="en-US" sz="170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時兆之聲聖經函授</a:t>
            </a:r>
            <a:pPr indent="0" marL="0">
              <a:buNone/>
            </a:pPr>
            <a:r>
              <a:rPr lang="en-US" sz="170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中研院 · 豐盛團契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892040" cy="4114800"/>
          </a:xfrm>
          <a:prstGeom prst="rect">
            <a:avLst/>
          </a:prstGeom>
          <a:solidFill>
            <a:srgbClr val="EEF2F1"/>
          </a:solidFill>
          <a:ln w="12700">
            <a:solidFill>
              <a:srgbClr val="D7DEDB"/>
            </a:solidFill>
            <a:prstDash val="solid"/>
          </a:ln>
        </p:spPr>
      </p:sp>
      <p:pic>
        <p:nvPicPr>
          <p:cNvPr id="3" name="Image 0" descr="/tmp/claude-0/-home-claude/910c6838-610b-586a-9413-c410f856d321/scratchpad/quak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4855464" cy="4078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5961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照片：斗南貴格會石龜溪會（文化部文物資料庫，CC BY-NC，使用請標示出處）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89320" y="566928"/>
            <a:ext cx="841248" cy="841248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5669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6583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第一站　·　1958 年設立　·　雲林斗南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石龜溪貴格會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989320" y="246888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24688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基督教貴格會（Quaker），1958 年由宣教士慕維德牧師在雲林斗南石龜溪開拓設立。貴格會以「安靜等候、內在之光」為敬拜傳統。教會一度荒廢，2019 年由陳慰凡、邱菊停傳道夫婦復興至今，現有信徒二十餘名。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記 憶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47731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我還沒上小學，跟著哥哥去——為了教會發的糖果餅乾。神給我的第一課，就是「安靜，等候」。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89320" y="5897880"/>
            <a:ext cx="5577840" cy="566928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5897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詩歌一《耶穌愛我》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892040" cy="4754880"/>
          </a:xfrm>
          <a:prstGeom prst="roundRect">
            <a:avLst>
              <a:gd name="adj" fmla="val 1154"/>
            </a:avLst>
          </a:prstGeom>
          <a:solidFill>
            <a:srgbClr val="EEF2F1"/>
          </a:solidFill>
          <a:ln w="15875">
            <a:solidFill>
              <a:srgbClr val="D7DEDB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3108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EB9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▣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49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教會照片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5138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可放：函授證書、課本，或安息日會教會照片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89320" y="566928"/>
            <a:ext cx="841248" cy="841248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5669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6583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第二站　·　基督復臨安息日會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時兆之聲聖經函授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989320" y="246888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4688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基督復臨安息日會（Seventh-day Adventist），全球總會 1863 年成立。「時兆之聲聖經函授學校」以通信方式教導聖經，讓各地的人都能一課一課地研讀神的話。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記 憶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47731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大概小學三四年級，我沒錢買郵票——那是免貼郵票就能寄回的。一課一課地讀，後來拿到證書，也養成每晚睡前禱告的習慣。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89320" y="5897880"/>
            <a:ext cx="5577840" cy="566928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5897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詩歌二《奇異恩典》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892040" cy="4754880"/>
          </a:xfrm>
          <a:prstGeom prst="roundRect">
            <a:avLst>
              <a:gd name="adj" fmla="val 1154"/>
            </a:avLst>
          </a:prstGeom>
          <a:solidFill>
            <a:srgbClr val="EEF2F1"/>
          </a:solidFill>
          <a:ln w="15875">
            <a:solidFill>
              <a:srgbClr val="D7DEDB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3108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EB9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▣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49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教會照片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5138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可放：受洗照、豐盛團契合照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89320" y="566928"/>
            <a:ext cx="841248" cy="841248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5669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6583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第三站　·　中央研究院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豐盛團契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989320" y="246888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4688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位於中央研究院的基督徒團契。在這裡，多年一個人安靜的尋求，走向眾人面前公開的委身——受洗歸入基督。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記 憶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47731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那時我三十五歲，正要結婚。是未婚妻一路的陪伴，讓我做了受洗的決定。安靜了三十五年，神把我帶到水裡。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89320" y="5897880"/>
            <a:ext cx="5577840" cy="566928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5897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詩歌三《我已決定跟隨耶穌》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931920" cy="393192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告 白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是同一位耶穌，一路沒有離開。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我信祂是生命的糧，餵養我裡面最深的飢餓；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我信祂是世界的光，走在我看不清的每一段路前面；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我信祂是好牧人，為我這隻羊捨了命；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我信祂是道路、真理、生命，是我到父那裡去唯一的路。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10332720" cy="1143000"/>
          </a:xfrm>
          <a:prstGeom prst="roundRect">
            <a:avLst>
              <a:gd name="adj" fmla="val 5600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502920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「主啊，祢從糖果餅乾就開始等我，一生沒有走開。謝謝祢的忍耐。」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結束禱告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08792" cy="3246120"/>
          </a:xfrm>
          <a:prstGeom prst="roundRect">
            <a:avLst>
              <a:gd name="adj" fmla="val 1408"/>
            </a:avLst>
          </a:prstGeom>
          <a:solidFill>
            <a:srgbClr val="F4F1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10149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耶穌，謝謝祢。謝謝祢從一顆糖果開始，就在等我；謝謝祢在我還不會禱告的時候，先教我安靜；謝謝祢用一封封免貼郵票的信，把祢的話放進一個孩子心裡；謝謝祢在三十五歲那年，藉著身邊的人，把我帶到水裡。這一路，祢從來沒有走開。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主啊，今晚在這裡的每一位，祢也都認識、也都一樣地等候著。求祢讓我們學會安靜，在忙亂裡仍聽得見祢微小的聲音；讓我們像孩子一樣，單單信祢愛我們。我們把接下來的路，都交在祢手中。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奉主耶穌基督的名禱告，阿們。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「主耶穌基督，神的兒子，憐憫我這罪人。」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2026-09-10T03:17:33Z</dcterms:created>
  <dcterms:modified xsi:type="dcterms:W3CDTF">2026-09-10T03:17:33Z</dcterms:modified>
</cp:coreProperties>
</file>