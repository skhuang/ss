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詩歌：Nada te turbe（一無掛慮 · 泰澤）
播放：https://www.youtube.com/results?search_query=Taiz%C3%A9%20Nada%20te%20turbe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詩歌：我有平安如江河（It Is Well with My Soul）
播放：https://www.youtube.com/results?search_query=%E6%88%91%E6%9C%89%E5%B9%B3%E5%AE%89%E5%A6%82%E6%B1%9F%E6%B2%B3%20%E8%81%96%E8%A9%A9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詩歌：我知誰掌管明天（I Know Who Holds Tomorrow）
播放：https://www.youtube.com/results?search_query=%E6%88%91%E7%9F%A5%E8%AA%B0%E6%8E%8C%E7%AE%A1%E6%98%8E%E5%A4%A9%20%E8%A9%A9%E6%AD%8C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詩歌：一粒麥子
播放：https://www.youtube.com/results?search_query=%E4%B8%80%E7%B2%92%E9%BA%A5%E5%AD%90%20%E8%A9%A9%E6%AD%8C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詩歌：你的信實廣大（Great Is Thy Faithfulness）
播放：https://www.youtube.com/results?search_query=%E4%BD%A0%E7%9A%84%E4%BF%A1%E5%AF%A6%E5%BB%A3%E5%A4%A7%20%E8%81%96%E8%A9%A9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Taiz%C3%A9%20Nada%20te%20turb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6%88%91%E6%9C%89%E5%B9%B3%E5%AE%89%E5%A6%82%E6%B1%9F%E6%B2%B3%20%E8%81%96%E8%A9%A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6%88%91%E7%9F%A5%E8%AA%B0%E6%8E%8C%E7%AE%A1%E6%98%8E%E5%A4%A9%20%E8%A9%A9%E6%AD%8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4%B8%80%E7%B2%92%E9%BA%A5%E5%AD%90%20%E8%A9%A9%E6%AD%8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4%BD%A0%E7%9A%84%E4%BF%A1%E5%AF%A6%E5%BB%A3%E5%A4%A7%20%E8%81%96%E8%A9%A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10c6838-610b-586a-9413-c410f856d321/scratchpad/img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0F1D33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人 安 靜 時 刻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5394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「你們要休息，要知道我是神。」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144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詩篇 46:10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297680" cy="429768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29768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人 靈 修 · 音 樂 默 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個人安靜時刻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五首安慰的詩歌　·　約 15–20 分鐘　·　一個人，在神面前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462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 麼 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0974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每一刻：點開詩歌 → 安靜聽 → 做那一句引導 → 再進下一刻。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206240" cy="420624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023360"/>
            <a:ext cx="3108960" cy="310896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處 境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海嘯的第一排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　境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889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身在技術的最前緣（資工）。原本像坐擁海景的風光，AI 的浪一來，卻成了海嘯衝擊的第一排。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憂　慮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3708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怕多年的專業被沖走、怕被取代、怕不知如何面對明天。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「地雖改變……我也不害怕。」（詩 46:2）　現在，把這些帶到那位掌管潮水的主面前。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預備 · 安靜下來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908792" cy="2011680"/>
          </a:xfrm>
          <a:prstGeom prst="roundRect">
            <a:avLst>
              <a:gd name="adj" fmla="val 2273"/>
            </a:avLst>
          </a:prstGeom>
          <a:solidFill>
            <a:srgbClr val="EE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938528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找一個不被打擾的位子，手機轉靜音、螢幕朝下。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雙腳平放，掌心向上。先做三次慢慢的深呼吸——吸氣，呼氣。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不急著禱告，也不急著想事情。只是，來到神面前。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「你們要休息，要知道我是神。」　詩篇 46:10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準備好了，就進入第一刻。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開始禱告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908792" cy="3429000"/>
          </a:xfrm>
          <a:prstGeom prst="roundRect">
            <a:avLst>
              <a:gd name="adj" fmla="val 1333"/>
            </a:avLst>
          </a:prstGeom>
          <a:solidFill>
            <a:srgbClr val="EE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901952"/>
            <a:ext cx="10149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主啊，我來到祢面前。這段日子，我站在浪頭的第一排，心裡有許多的怕——怕被沖走、怕被取代、怕明天。</a:t>
            </a:r>
            <a:endParaRPr lang="en-US" sz="1900" dirty="0"/>
          </a:p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此刻我不急著解決，只先安靜，來到祢這裡。求祢與我同在，像當年與約瑟同在一樣。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開我的耳，讓我在接下來的安靜裡，聽見祢。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奉主耶穌的名，阿們。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一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安靜下來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「你們要休息，要知道我是神。」（詩篇 46:10）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播放這首，什麼都不做，只是呼吸，讓心慢下來。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Nada te turbe（一無掛慮 · 泰澤）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Nada te turbe（一無掛慮 · 泰澤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二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風浪中的平安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「你趟過江河，水必不漫過你。」（以賽亞書 43:2）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把今天最讓你不安的那一件，放到神面前，聽這首。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我有平安如江河（It Is Well with My Soul）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我有平安如江河（It Is Well with My Soul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三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明天不在我手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「不要為明天憂慮，因為明天自有明天的憂慮。」（馬太福音 6:34）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把對明天的擔心——工作、未知、被取代——一樣一樣交出去。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我知誰掌管明天（I Know Who Holds Tomorrow）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我知誰掌管明天（I Know Who Holds Tomorrow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四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落地才結果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「一粒麥子……若是死了，就結出許多子粒來。」（約翰福音 12:24）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問神：這段看似被埋下的時間，祢要我結出什麼？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一粒麥子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一粒麥子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 · 祂的信實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10332720" cy="1371600"/>
          </a:xfrm>
          <a:prstGeom prst="roundRect">
            <a:avLst>
              <a:gd name="adj" fmla="val 4667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60020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「耶穌基督，昨日、今日，一直到永遠，是一樣的。」　希伯來書 13:8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數算一件這週祂仍然信實的事，帶著它起身。把還握著的，交在祂手中。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一句簡短的禱告：「主，謝謝祢。我把明天交給祢。阿們。」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5257800"/>
            <a:ext cx="10332720" cy="6858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5257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你的信實廣大（Great Is Thy Faithfulness）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你的信實廣大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65836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結束禱告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32720" cy="3337560"/>
          </a:xfrm>
          <a:prstGeom prst="roundRect">
            <a:avLst>
              <a:gd name="adj" fmla="val 1644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938528"/>
            <a:ext cx="9692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主啊，謝謝祢在這段安靜裡與我同在。我把多年的專業、未知的明天，和那些我扛不動的怕，都交在祢手中。</a:t>
            </a:r>
            <a:endParaRPr lang="en-US" sz="1900" dirty="0"/>
          </a:p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求祢堅立我手所做的工；就算技術會過時，求祢使我結出存到永遠的果子。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幫助我明天回到崗位時仍記得——地雖改變，祢不改變，我也不害怕。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奉那位昨日、今日、直到永遠不改變的主耶穌的名禱告，阿們。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10c6838-610b-586a-9413-c410f856d321/scratchpad/img_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0F1D33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 你 平 安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5394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「耶和華必賜平安的福給他的百姓。」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144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詩篇 29:11　·　帶著平安，回到崗位。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2026-10-01T02:28:51Z</dcterms:created>
  <dcterms:modified xsi:type="dcterms:W3CDTF">2026-10-01T02:28:51Z</dcterms:modified>
</cp:coreProperties>
</file>