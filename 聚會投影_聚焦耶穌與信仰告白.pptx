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206240" cy="420624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2743200" cy="274320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七日默想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聚焦耶穌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約翰福音的七個「我是」　·　以呼吸與持守，單單注視基督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48056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4681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錨　點　經　文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50292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「仰望為我們信心創始成終的耶穌。」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希伯來書 12:2　·　「仰望」意即把眼光從一切別的移開，單單定睛於祂。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如何默想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焦點不是身體的某一點，而是基督這個位格。注視祂，本身就會使人被更新。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EE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5798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「我們眾人……得以看見主的榮光……就變成主的形狀，榮上加榮。」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哥林多後書 3:18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931920"/>
            <a:ext cx="658368" cy="658368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9959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收窄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70916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一次只取一節，甚至半句。默想不是讀經量，是深度。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1688" y="361188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3931920"/>
            <a:ext cx="658368" cy="658368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1728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39959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持守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70916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慢慢念出 → 停在最觸動的字 → 讓它停在心裡；散了就輕輕回來。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3296" y="361188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03336" y="3931920"/>
            <a:ext cx="658368" cy="658368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03336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9959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470916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不催情緒，只是在祂面前，把浮上來的交給祂。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每天只取一句，讓耶穌用祂自己的話向你介紹祂自己。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第一日　·　約翰福音 6:35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生命的糧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「我就是生命的糧，到我這裡來的，必定不餓。」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主，祢是生命的糧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我到祢這裡來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我裡面真正的飢餓，唯有祂能餵養。今天我還在用什麼填飽自己？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第二日　·　約翰福音 8:12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世界的光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「我是世界的光，跟從我的，就不在黑暗裡走，必要得著生命的光。」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主，祢是世界的光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我跟從祢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把今天的一處黑暗——憂慮、迷惘——帶到祂的光前。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第三日　·　約翰福音 10:9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羊的門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「我就是門，凡從我進來的，必然得救，並且出入得草吃。」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主，祢是門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我從祢進來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進到祂裡面的安全與自由：有出有入，有草可吃。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第四日　·　約翰福音 10:11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好牧人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「我是好牧人，好牧人為羊捨命。」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主，祢是好牧人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我是祢的羊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被一位肯為我捨命的牧養著。我不必自己看守自己。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第五日　·　約翰福音 11:25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復活與生命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「復活在我，生命也在我；信我的人，雖然死了，也必復活。」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主，祢是復活與生命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我在祢裡面活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把一個「死掉的」地方——灰心、關係、盼望——交給復活的主。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第六日　·　約翰福音 14:6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道路、真理、生命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「我就是道路、真理、生命；若不藉著我，沒有人能到父那裡去。」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主，祢是道路、真理、生命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我跟隨祢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今天的抉擇，讓祂作路，而不是我自己開路。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第七日　·　約翰福音 15:5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真葡萄樹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「我是葡萄樹，你們是枝子；常在我裡面的，這人就多結果子。」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主，祢是真葡萄樹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我常在祢裡面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離了祂我就不能做什麼。今天的力量來自連結，不是努力。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隨時可用的一句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耶穌禱文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88036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「主耶穌基督，神的兒子，憐憫我這罪人。」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572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主耶穌基督，神的兒子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憐憫我這罪人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一千五百年來，教會用這一句把心收攏在耶穌的名下。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389120" cy="438912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97680"/>
            <a:ext cx="2743200" cy="274320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 仰 告 白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三站三詩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一段被恩典等候的旅程　·　從童年的安靜，到豐盛團契的水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石龜溪貴格會</a:t>
            </a:r>
            <a:pPr indent="0" marL="0">
              <a:buNone/>
            </a:pPr>
            <a:r>
              <a:rPr lang="en-US" sz="170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　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時兆之聲聖經函授</a:t>
            </a:r>
            <a:pPr indent="0" marL="0">
              <a:buNone/>
            </a:pPr>
            <a:r>
              <a:rPr lang="en-US" sz="170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　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中研院 · 豐盛團契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4892040" cy="4114800"/>
          </a:xfrm>
          <a:prstGeom prst="rect">
            <a:avLst/>
          </a:prstGeom>
          <a:solidFill>
            <a:srgbClr val="EEF2F1"/>
          </a:solidFill>
          <a:ln w="12700">
            <a:solidFill>
              <a:srgbClr val="D7DEDB"/>
            </a:solidFill>
            <a:prstDash val="solid"/>
          </a:ln>
        </p:spPr>
      </p:sp>
      <p:pic>
        <p:nvPicPr>
          <p:cNvPr id="3" name="Image 0" descr="/tmp/claude-0/-home-claude/910c6838-610b-586a-9413-c410f856d321/scratchpad/quak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4855464" cy="4078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5961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照片：斗南貴格會石龜溪會（文化部文物資料庫，CC BY-NC，使用請標示出處）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89320" y="566928"/>
            <a:ext cx="841248" cy="841248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5669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6583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第一站　·　1958 年設立　·　雲林斗南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600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石龜溪貴格會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989320" y="2468880"/>
            <a:ext cx="5577840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24688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基督教貴格會（Quaker），1958 年由宣教士慕維德牧師在雲林斗南石龜溪開拓設立。貴格會以「安靜等候、內在之光」為敬拜傳統。教會一度荒廢，2019 年由陳慰凡、邱菊停傳道夫婦復興至今，現有信徒二十餘名。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記 憶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477316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我還沒上小學，跟著哥哥去——為了教會發的糖果餅乾。神給我的第一課，就是「安靜，等候」。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89320" y="5897880"/>
            <a:ext cx="5577840" cy="566928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5897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詩歌一《耶穌愛我》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4892040" cy="4114800"/>
          </a:xfrm>
          <a:prstGeom prst="rect">
            <a:avLst/>
          </a:prstGeom>
          <a:solidFill>
            <a:srgbClr val="EEF2F1"/>
          </a:solidFill>
          <a:ln w="12700">
            <a:solidFill>
              <a:srgbClr val="D7DEDB"/>
            </a:solidFill>
            <a:prstDash val="solid"/>
          </a:ln>
        </p:spPr>
      </p:sp>
      <p:pic>
        <p:nvPicPr>
          <p:cNvPr id="3" name="Image 0" descr="/tmp/claude-0/-home-claude/910c6838-610b-586a-9413-c410f856d321/scratchpad/ce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4855464" cy="4078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5961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結業證書示意圖 · 1970 年代（民國六十年代）風格，原證書已佚失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89320" y="566928"/>
            <a:ext cx="841248" cy="841248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5669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6583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第二站　·　基督復臨安息日會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600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時兆之聲聖經函授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989320" y="2468880"/>
            <a:ext cx="5577840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24688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基督復臨安息日會（Seventh-day Adventist），全球總會 1863 年成立。「時兆之聲聖經函授學校」以通信方式教導聖經，讓各地的人都能一課一課地研讀神的話。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記 憶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477316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大概小學三四年級，我沒錢買郵票——那是免貼郵票就能寄回的。一課一課地讀，後來拿到證書，也養成每晚睡前禱告的習慣。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89320" y="5897880"/>
            <a:ext cx="5577840" cy="566928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5897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詩歌二《奇異恩典》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4892040" cy="4114800"/>
          </a:xfrm>
          <a:prstGeom prst="rect">
            <a:avLst/>
          </a:prstGeom>
          <a:solidFill>
            <a:srgbClr val="EEF2F1"/>
          </a:solidFill>
          <a:ln w="12700">
            <a:solidFill>
              <a:srgbClr val="D7DEDB"/>
            </a:solidFill>
            <a:prstDash val="solid"/>
          </a:ln>
        </p:spPr>
      </p:sp>
      <p:pic>
        <p:nvPicPr>
          <p:cNvPr id="3" name="Image 0" descr="/tmp/claude-0/-home-claude/910c6838-610b-586a-9413-c410f856d321/scratchpad/baptis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4855464" cy="4078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5961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受洗場景示意圖 · 古以色列約旦河風格（象徵插畫，非實際照片）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89320" y="566928"/>
            <a:ext cx="841248" cy="841248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5669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6583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第三站　·　中央研究院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600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豐盛團契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989320" y="2468880"/>
            <a:ext cx="5577840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24688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位於中央研究院的基督徒團契。在這裡，多年一個人安靜的尋求，走向眾人面前公開的委身——受洗歸入基督。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記 憶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477316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那時我三十五歲，正要結婚。是未婚妻一路的陪伴，讓我做了受洗的決定。安靜了三十五年，神把我帶到水裡。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89320" y="5897880"/>
            <a:ext cx="5577840" cy="566928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5897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詩歌三《我已決定跟隨耶穌》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3931920" cy="393192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告 白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143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是同一位耶穌，一路沒有離開。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1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我信祂是生命的糧，餵養我裡面最深的飢餓；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1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我信祂是世界的光，走在我看不清的每一段路前面；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1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我信祂是好牧人，為我這隻羊捨了命；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我信祂是道路、真理、生命，是我到父那裡去唯一的路。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10332720" cy="1143000"/>
          </a:xfrm>
          <a:prstGeom prst="roundRect">
            <a:avLst>
              <a:gd name="adj" fmla="val 5600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502920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「主啊，祢從糖果餅乾就開始等我，一生沒有走開。謝謝祢的忍耐。」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結束禱告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08792" cy="3246120"/>
          </a:xfrm>
          <a:prstGeom prst="roundRect">
            <a:avLst>
              <a:gd name="adj" fmla="val 1408"/>
            </a:avLst>
          </a:prstGeom>
          <a:solidFill>
            <a:srgbClr val="F4F1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783080"/>
            <a:ext cx="10149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耶穌，謝謝祢。謝謝祢從一顆糖果開始，就在等我；謝謝祢在我還不會禱告的時候，先教我安靜；謝謝祢用一封封免貼郵票的信，把祢的話放進一個孩子心裡；謝謝祢在三十五歲那年，藉著身邊的人，把我帶到水裡。這一路，祢從來沒有走開。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主啊，今晚在這裡的每一位，祢也都認識、也都一樣地等候著。求祢讓我們學會安靜，在忙亂裡仍聽得見祢微小的聲音；讓我們像孩子一樣，單單信祢愛我們。我們把接下來的路，都交在祢手中。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奉主耶穌基督的名禱告，阿們。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「主耶穌基督，神的兒子，憐憫我這罪人。」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2026-09-11T01:53:42Z</dcterms:created>
  <dcterms:modified xsi:type="dcterms:W3CDTF">2026-09-11T01:53:42Z</dcterms:modified>
</cp:coreProperties>
</file>