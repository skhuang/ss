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280160"/>
            <a:ext cx="4206240" cy="4206240"/>
          </a:xfrm>
          <a:prstGeom prst="ellipse">
            <a:avLst/>
          </a:prstGeom>
          <a:ln w="1270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480560"/>
            <a:ext cx="2743200" cy="2743200"/>
          </a:xfrm>
          <a:prstGeom prst="ellipse">
            <a:avLst/>
          </a:prstGeom>
          <a:ln w="1016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七日默想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745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聚焦耶穌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約翰福音的七個「我是」　·　以呼吸與持守，單單注視基督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480560"/>
            <a:ext cx="7680960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34440" y="4681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錨　點　經　文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0292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「仰望為我們信心創始成終的耶穌。」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希伯來書 12:2　·　「仰望」意即把眼光從一切別的移開，單單定睛於祂。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如何默想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焦點不是身體的某一點，而是基督這個位格。注視祂，本身就會使人被更新。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EEF2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5798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「我們眾人……得以看見主的榮光……就變成主的形狀，榮上加榮。」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哥林多後書 3:18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收窄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一次只取一節，甚至半句。默想不是讀經量，是深度。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61688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81728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81728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04688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持守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慢慢念出 → 停在最觸動的字 → 讓它停在心裡；散了就輕輕回來。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83296" y="3611880"/>
            <a:ext cx="34564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03336" y="3931920"/>
            <a:ext cx="658368" cy="658368"/>
          </a:xfrm>
          <a:prstGeom prst="ellipse">
            <a:avLst/>
          </a:prstGeom>
          <a:solidFill>
            <a:srgbClr val="16273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03336" y="3931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3995928"/>
            <a:ext cx="2084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回應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4709160"/>
            <a:ext cx="2761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不催情緒，只是在祂面前，把浮上來的交給祂。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每天只取一句，讓耶穌用祂自己的話向你介紹祂自己。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第一日　·　約翰福音 6:35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生命的糧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「我就是生命的糧，到我這裡來的，必定不餓。」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主，祢是生命的糧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我到祢這裡來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我裡面真正的飢餓，唯有祂能餵養。今天我還在用什麼填飽自己？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第二日　·　約翰福音 8:12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世界的光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「我是世界的光，跟從我的，就不在黑暗裡走，必要得著生命的光。」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主，祢是世界的光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我跟從祢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把今天的一處黑暗——憂慮、迷惘——帶到祂的光前。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第三日　·　約翰福音 10:9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羊的門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「我就是門，凡從我進來的，必然得救，並且出入得草吃。」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主，祢是門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我從祢進來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進到祂裡面的安全與自由：有出有入，有草可吃。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第四日　·　約翰福音 10:11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好牧人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「我是好牧人，好牧人為羊捨命。」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主，祢是好牧人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我是祢的羊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被一位肯為我捨命的牧養著。我不必自己看守自己。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第五日　·　約翰福音 11:25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復活與生命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「復活在我，生命也在我；信我的人，雖然死了，也必復活。」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主，祢是復活與生命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我在祢裡面活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把一個「死掉的」地方——灰心、關係、盼望——交給復活的主。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第六日　·　約翰福音 14:6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道路、真理、生命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「我就是道路、真理、生命；若不藉著我，沒有人能到父那裡去。」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主，祢是道路、真理、生命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我跟隨祢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今天的抉擇，讓祂作路，而不是我自己開路。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51560" cy="1051560"/>
          </a:xfrm>
          <a:prstGeom prst="ellipse">
            <a:avLst/>
          </a:prstGeom>
          <a:ln w="38100">
            <a:solidFill>
              <a:srgbClr val="C9A9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66928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6400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第七日　·　約翰福音 15:5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98755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真葡萄樹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0908792" cy="1691640"/>
          </a:xfrm>
          <a:prstGeom prst="roundRect">
            <a:avLst>
              <a:gd name="adj" fmla="val 3243"/>
            </a:avLst>
          </a:prstGeom>
          <a:solidFill>
            <a:srgbClr val="EE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05740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162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「我是葡萄樹，你們是枝子；常在我裡面的，這人就多結果子。」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6B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　吸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828032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主，祢是真葡萄樹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B08D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1900" dirty="0">
                <a:solidFill>
                  <a:srgbClr val="23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我常在祢裡面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4114800"/>
            <a:ext cx="5321808" cy="1965960"/>
          </a:xfrm>
          <a:prstGeom prst="roundRect">
            <a:avLst>
              <a:gd name="adj" fmla="val 2791"/>
            </a:avLst>
          </a:prstGeom>
          <a:solidFill>
            <a:srgbClr val="1627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7104" y="4370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　守　焦　點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47104" y="48006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離了祂我就不能做什麼。今天的力量來自連結，不是努力。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114800" cy="411480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ln w="1143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隨時可用的一句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耶穌禱文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0332720" cy="1371600"/>
          </a:xfrm>
          <a:prstGeom prst="roundRect">
            <a:avLst>
              <a:gd name="adj" fmla="val 5333"/>
            </a:avLst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2880360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「主耶穌基督，神的兒子，憐憫我這罪人。」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吸氣　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主耶穌基督，神的兒子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9A9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呼氣　</a:t>
            </a:r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憐憫我這罪人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0D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一千五百年來，教會用這一句把心收攏在耶穌的名下。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2026-09-07T01:45:32Z</dcterms:created>
  <dcterms:modified xsi:type="dcterms:W3CDTF">2026-09-07T01:45:32Z</dcterms:modified>
</cp:coreProperties>
</file>