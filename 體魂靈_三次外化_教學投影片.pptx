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389120" cy="4389120"/>
          </a:xfrm>
          <a:prstGeom prst="ellipse">
            <a:avLst/>
          </a:prstGeom>
          <a:ln w="1270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206240"/>
            <a:ext cx="2743200" cy="2743200"/>
          </a:xfrm>
          <a:prstGeom prst="ellipse">
            <a:avLst/>
          </a:prstGeom>
          <a:ln w="1016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 仰 與 AI · 一 頁 思 考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 · 魂 · 靈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三次外化中的人——機器取代肌力，AI 加速思考，那麼人還剩下什麼？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「願你們的靈與魂與身子得蒙保守。」　帖撒羅尼迦前書 5:23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三次外化：人的價值重心一直上移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 什 麼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 哪 一 波 外 化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仍 不 可 取 代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00200" y="1874520"/>
            <a:ext cx="9921240" cy="1298448"/>
          </a:xfrm>
          <a:prstGeom prst="roundRect">
            <a:avLst>
              <a:gd name="adj" fmla="val 3521"/>
            </a:avLst>
          </a:prstGeom>
          <a:solidFill>
            <a:srgbClr val="FBF3E2"/>
          </a:solidFill>
          <a:ln w="19050">
            <a:solidFill>
              <a:srgbClr val="C9A9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09928" y="1984248"/>
            <a:ext cx="1920240" cy="1078992"/>
          </a:xfrm>
          <a:prstGeom prst="roundRect">
            <a:avLst>
              <a:gd name="adj" fmla="val 4237"/>
            </a:avLst>
          </a:prstGeom>
          <a:solidFill>
            <a:srgbClr val="C9A96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09928" y="2039112"/>
            <a:ext cx="19202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靈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709928" y="2715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spirit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1874520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良心、敬拜、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與神相通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874520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至今沒有任何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革命能外化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1874520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人按神的形象而活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（創 1:27）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600200" y="3319272"/>
            <a:ext cx="992124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09928" y="3429000"/>
            <a:ext cx="1920240" cy="1078992"/>
          </a:xfrm>
          <a:prstGeom prst="roundRect">
            <a:avLst>
              <a:gd name="adj" fmla="val 4237"/>
            </a:avLst>
          </a:prstGeom>
          <a:solidFill>
            <a:srgbClr val="3E6B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709928" y="3483864"/>
            <a:ext cx="19202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魂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1709928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319272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理智、情感、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意志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319272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這一波 AI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（外化理性運算）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3319272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判斷、智慧、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意義、愛、負責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600200" y="4764024"/>
            <a:ext cx="992124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09928" y="4873752"/>
            <a:ext cx="1920240" cy="1078992"/>
          </a:xfrm>
          <a:prstGeom prst="roundRect">
            <a:avLst>
              <a:gd name="adj" fmla="val 4237"/>
            </a:avLst>
          </a:prstGeom>
          <a:solidFill>
            <a:srgbClr val="1627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709928" y="4928616"/>
            <a:ext cx="19202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1709928" y="5605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body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4764024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感官、勞力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764024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第一次工業革命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（機器取代肌力）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0" y="4764024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手藝、技術、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身體的同在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32688" y="2377440"/>
            <a:ext cx="310896" cy="3685032"/>
          </a:xfrm>
          <a:prstGeom prst="rect">
            <a:avLst/>
          </a:prstGeom>
          <a:solidFill>
            <a:srgbClr val="C9A96A"/>
          </a:solidFill>
          <a:ln/>
        </p:spPr>
      </p:sp>
      <p:sp>
        <p:nvSpPr>
          <p:cNvPr id="28" name="Shape 26"/>
          <p:cNvSpPr/>
          <p:nvPr/>
        </p:nvSpPr>
        <p:spPr>
          <a:xfrm>
            <a:off x="749808" y="1874520"/>
            <a:ext cx="676656" cy="548640"/>
          </a:xfrm>
          <a:prstGeom prst="triangle">
            <a:avLst/>
          </a:prstGeom>
          <a:solidFill>
            <a:srgbClr val="C9A96A"/>
          </a:solidFill>
          <a:ln/>
        </p:spPr>
      </p:sp>
      <p:sp>
        <p:nvSpPr>
          <p:cNvPr id="29" name="Text 27"/>
          <p:cNvSpPr txBox="1"/>
          <p:nvPr/>
        </p:nvSpPr>
        <p:spPr>
          <a:xfrm rot="16200000">
            <a:off x="-1325880" y="3429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價值重心上移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600200" y="6281928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機器沒讓身體多餘，而讓勞動上移；AI 多半也不讓思考多餘，而讓思考上移——從「算答案」到「問對問題、下判斷、賦予意義」。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291840"/>
            <a:ext cx="3840480" cy="3840480"/>
          </a:xfrm>
          <a:prstGeom prst="ellipse">
            <a:avLst/>
          </a:prstGeom>
          <a:ln w="1143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三個提醒，一個盼望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566928" cy="566928"/>
          </a:xfrm>
          <a:prstGeom prst="ellipse">
            <a:avLst/>
          </a:prstGeom>
          <a:solidFill>
            <a:srgbClr val="1F3A5F"/>
          </a:solidFill>
          <a:ln w="15875">
            <a:solidFill>
              <a:srgbClr val="C9A9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5544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碰到的是「魂的一部分」——理性運算的輸出；不是意志、情感、意義。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566928" cy="566928"/>
          </a:xfrm>
          <a:prstGeom prst="ellipse">
            <a:avLst/>
          </a:prstGeom>
          <a:solidFill>
            <a:srgbClr val="1F3A5F"/>
          </a:solidFill>
          <a:ln w="15875">
            <a:solidFill>
              <a:srgbClr val="C9A9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42316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是「加速」不是「廢除」：思考會上移到問對問題、判斷、賦意義、負責任。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337560"/>
            <a:ext cx="566928" cy="566928"/>
          </a:xfrm>
          <a:prstGeom prst="ellipse">
            <a:avLst/>
          </a:prstGeom>
          <a:solidFill>
            <a:srgbClr val="1F3A5F"/>
          </a:solidFill>
          <a:ln w="15875">
            <a:solidFill>
              <a:srgbClr val="C9A9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2918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三分法是「地圖」不是「解剖」（另有二分法）——當框架用，別當定論。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434840"/>
            <a:ext cx="10332720" cy="1691640"/>
          </a:xfrm>
          <a:prstGeom prst="roundRect">
            <a:avLst>
              <a:gd name="adj" fmla="val 3784"/>
            </a:avLst>
          </a:prstGeom>
          <a:solidFill>
            <a:srgbClr val="1F3A5F"/>
          </a:solidFill>
          <a:ln w="12700">
            <a:solidFill>
              <a:srgbClr val="C9A9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3444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盼　望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重心一直上移：體 → 魂 → 靈。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淹不到靈——它反把人逼回最深、最不能被取代的所在：靈，以及那位造靈的主。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2026-10-04T13:39:52Z</dcterms:created>
  <dcterms:modified xsi:type="dcterms:W3CDTF">2026-10-04T13:39:52Z</dcterms:modified>
</cp:coreProperties>
</file>